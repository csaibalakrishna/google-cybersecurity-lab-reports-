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656C8-D2D3-2F1E-0D0A-A319EDBE1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2FC1A-9F61-4949-D1CF-A1F5D59AEA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8E469-D4B7-34BD-7F06-7E4D867E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F85F-46B7-45F6-ABEB-CB82C5F95342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DBC0C-45FF-0763-D56B-FBAD5D7E3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5E59C-E254-A379-C8DD-BE257C9D5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5FA8-15F4-43FB-B970-7749C0FA8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114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546B9-B0D4-1CC5-A345-C1E3063C5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B638B-1C03-5497-0100-426A7C644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DFE20-5CA5-BAB6-1133-F726E2198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F85F-46B7-45F6-ABEB-CB82C5F95342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87BA0-3B4E-1557-C64A-C7BE2664D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44D84-20A6-7B99-F3B7-CE444A65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5FA8-15F4-43FB-B970-7749C0FA8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478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5F2E3-A0FE-0D04-8751-56DDE037A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35B96-D58E-BEB3-781A-9512AD915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CE6C9-9A4F-E655-CDCC-65CC4BF34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F85F-46B7-45F6-ABEB-CB82C5F95342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DD31D-421D-A13C-4AC7-8818093AA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F5AC8-F077-8980-3B14-B71FB667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5FA8-15F4-43FB-B970-7749C0FA8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397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3104C-9D81-EEDB-217F-F6E5CEC0A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F3640-F87F-8F62-163D-43E5BEEEA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839EA-58CD-5D6A-16BB-7D5AA24C3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BF59F-2085-1887-282B-87733DE42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F85F-46B7-45F6-ABEB-CB82C5F95342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8CF79-0834-427C-C208-E02B6721B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E82EC-E47C-C3EF-2347-CF927D87E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5FA8-15F4-43FB-B970-7749C0FA8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373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233BA-08E7-4369-4868-4DE04CD95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41D8F-7A9A-36C4-1078-A904368B6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382C1-7B2E-635B-1568-AC13F2647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C17802-26D6-3A8B-18ED-70F75575A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25699F-BE2F-A1B0-74D8-A88823F765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3AF72B-6187-E06C-A8B2-7595DA2DC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F85F-46B7-45F6-ABEB-CB82C5F95342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A637D0-424A-9BB4-380B-41D059EE4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32D365-6177-F331-3CD2-F14E1A49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5FA8-15F4-43FB-B970-7749C0FA8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649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B210E-67CF-BBB9-27DF-2F637A842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58B92-55EC-3E41-D834-3B271790A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F85F-46B7-45F6-ABEB-CB82C5F95342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43ADC5-494C-6FB9-33C0-8EBAD4B37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F5314-8AEB-AC71-6D6C-2F6B56712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5FA8-15F4-43FB-B970-7749C0FA8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735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313AD3-369E-5610-E409-B288C1A78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F85F-46B7-45F6-ABEB-CB82C5F95342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B5F071-B479-CD49-F335-F1261E035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5BB96-79ED-96CF-4146-7DE633882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5FA8-15F4-43FB-B970-7749C0FA8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378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7326E-C0BA-E194-1725-81AA5C2EE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E3C27-43DF-DA10-C091-FEB9C39E4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D8187-9640-69F0-97D9-A01B94EAB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9B822-21CE-84F3-C7F4-0F7AEE8A9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F85F-46B7-45F6-ABEB-CB82C5F95342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4E9B9-A6D1-F378-AACD-AED983299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4522B-99C1-6FF7-A024-EB659BFD9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5FA8-15F4-43FB-B970-7749C0FA8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085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C3DD6-08F8-4F8E-D074-EE1B0C9F1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DC14EA-B28A-7168-82DA-B2A4632672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BCB7C-68D4-F673-668B-F85663810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17C92-F23C-E4A8-FBA6-C1DD427D0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F85F-46B7-45F6-ABEB-CB82C5F95342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39589-BACF-EE98-98C1-B0523CDF8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8773A-8A0E-A6D6-9137-7A877A639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5FA8-15F4-43FB-B970-7749C0FA8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30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95039-DE77-5224-FEF6-3924154B8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AEE7-0E07-02BB-ABF5-2841C2C9F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B29B7-840A-5A5B-956A-B3B617DD1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F85F-46B7-45F6-ABEB-CB82C5F95342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C11AB-7A60-40EC-F809-6458786B5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75E04-EA32-616D-D68C-6AED2F3C9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5FA8-15F4-43FB-B970-7749C0FA8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64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E702E9-F1C3-A657-BAC8-EE918A7E56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49117-C88D-3932-C3F7-175F438E7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DC565-F5D4-662F-2D2E-9A36D6E04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F85F-46B7-45F6-ABEB-CB82C5F95342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9F735-FDCA-5393-D8B9-8DFD8E091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AC6B0-5386-4345-295F-7CE978032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55FA8-15F4-43FB-B970-7749C0FA8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15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4A90E2-6452-090C-EAC4-685FC78D6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0C80-846F-FB01-9405-109367276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5EE3A-5B91-5A03-F143-8E9375F9EA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4F85F-46B7-45F6-ABEB-CB82C5F95342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90851-719A-12B8-3484-EE5A26C2D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462AF-8266-F1A7-78C9-8525A156C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55FA8-15F4-43FB-B970-7749C0FA82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245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1AB1F-31E3-BD7D-3619-E4068DA376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Implementation Plan for </a:t>
            </a:r>
            <a:r>
              <a:rPr lang="en-IN" dirty="0" err="1"/>
              <a:t>TechCorp's</a:t>
            </a:r>
            <a:r>
              <a:rPr lang="en-IN" dirty="0"/>
              <a:t> IAM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587339-7AF8-0536-DBCF-BE1C7AC149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Enhancing Cybersecurity Through Streamlined User Access Management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9745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EEE7-ECA1-F454-295E-F220FF3C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 &amp; Objectives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57FD4B-7940-A9E6-75AF-6F5DC0AD5F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6310" y="1635283"/>
            <a:ext cx="1113749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TechCorp’s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digital transformation and cybersecurity goals.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need for a robust IAM solution to manage user access, onboarding, and offboarding.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objectives: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Streamline user lifecycle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 access control mechanisms.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 IAM implementation with broader business objectives to enhance cybersecurity.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783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6168A-7755-817B-1279-021C0717B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Challenges Faced by </a:t>
            </a:r>
            <a:r>
              <a:rPr lang="en-US" dirty="0" err="1"/>
              <a:t>TechCorp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E0E13-C576-28AE-74C4-E615AE6D8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Managing user access across multiple regions and systems.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Reducing manual errors in provisioning and de-provisioning.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Ensuring compliance with regulatory standards across diverse geographies.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Integrating IAM with legacy systems and third-party cloud services.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5586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7C978-DD1E-9627-34F3-1AFFEB485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the IAM Platform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217266-FD16-0720-669F-FCF52A393D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Description of the IAM platform’s core features: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lifecycle management (provisioning/de-provisioning).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 control (RBAC).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Multi-factor authentication (MFA).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073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69AEE-ED97-C319-2215-D7E159A3D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Step-by-Step Implementation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F8849-C997-6BBE-4151-1026AD708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/>
              <a:t>Phase 1: Planning &amp; Requirements Gathering (Month 1)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 objectives, gather business requirements, and assess existing infrastructure.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key stakeholders and form project teams.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Resource Requirements: Project managers, IAM experts, security analysts.</a:t>
            </a:r>
          </a:p>
          <a:p>
            <a:pPr>
              <a:buNone/>
            </a:pPr>
            <a:r>
              <a:rPr lang="en-US" b="1" dirty="0"/>
              <a:t>Phase 2: Solution Design &amp; Architecture (Month 2-3)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 IAM platform architecture.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 role-based access control (RBAC) policies, MFA configurations, and integration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Resource Requirements: Solution architects, security consultants, IT infrastructure team.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9255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AEFEEE-1D3B-AE27-9518-E80469996623}"/>
              </a:ext>
            </a:extLst>
          </p:cNvPr>
          <p:cNvSpPr txBox="1"/>
          <p:nvPr/>
        </p:nvSpPr>
        <p:spPr>
          <a:xfrm>
            <a:off x="943897" y="816077"/>
            <a:ext cx="1033370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/>
              <a:t>Phase 3: Platform Configuration &amp; Integration (Month 4-6)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Deploy IAM platform and configure user lifecycle management workflows.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Integrate IAM with </a:t>
            </a:r>
            <a:r>
              <a:rPr lang="en-IN" dirty="0" err="1"/>
              <a:t>TechCorp’s</a:t>
            </a:r>
            <a:r>
              <a:rPr lang="en-IN" dirty="0"/>
              <a:t> cloud services, ERP, HRM, and legacy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Resource Requirements: IAM admins, integration specialists, cloud engineers.</a:t>
            </a:r>
          </a:p>
          <a:p>
            <a:endParaRPr lang="en-IN" dirty="0"/>
          </a:p>
          <a:p>
            <a:pPr>
              <a:buNone/>
            </a:pPr>
            <a:r>
              <a:rPr lang="en-US" b="1" dirty="0"/>
              <a:t>Phase 4: Testing &amp; Quality Assurance (Month 6-7)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 rigorous testing of all IAM features (e.g., onboarding, de-provisioning, MFA, RBAC enforcement).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 integrations with critical business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Resource Requirements: QA engineers, IT support team.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Phase 5: Rollout &amp; Training (Month 8)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Rollout IAM solution to all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 training and documentation to users and administrators.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Resource Requirements: Trainers, helpdesk support, user communication.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Phase 6: Monitoring &amp; Continuous Improvement (Ongoing)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up continuous monitoring of IAM performance and user access.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Regularly review and improve policies based on emerging security threats.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Resource Requirements: Security monitoring team, IAM administrators.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3031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B2C39-48B2-8355-47BD-6AFFC6040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Addressing Integration Challenges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A33B8D-B9AB-BFD6-85B7-215DB58D62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Legacy System Integration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APIs or middleware for connecting legacy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 thorough testing to ensure smooth synchronization.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&amp; Third-Party Application Integration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Leverage SSO (Single Sign-On) for seamless access to cloud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with identity providers like Azure AD, Okta,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Consistency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automated data synchronization processes for accurate user profiles.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432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8EBFC-221C-F459-3F8F-1DBB4B523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Access Control with RBAC &amp; MFA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142B7B-6B91-6A70-3761-FD4CE6FCE9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 Control (RBAC)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and enforce roles based on job functions.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 access based on least privilege principles.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Multi-Factor Authentication (MFA)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MFA for high-risk resources and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security with biometric or time-based one-time password (TOTP)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018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4BB19-DD6E-EE2F-0923-D1DF487C7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the IAM Platform Workflow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E6790-6C20-D97C-B933-E7EAA3D1A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User onboarding → Role assignment → Access provisioning → Periodic reviews → Offboarding.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Include diagrams to show automated and manual steps in the workflow.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Highlight how IAM ensures that only authorized individuals can access specific resources, with RBAC and MFA applied at each step.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3087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C747C-B639-1A27-E601-FF4A9FC4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Aligning IAM with Business Goals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188E9C-E36A-FEB1-6F82-5E5BAD3E4C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access to critical systems and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Mitigate risks of unauthorized access and data breaches.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 Efficiency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time spent on manual account management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user lifecycle management to increase operational productivity.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compliance with global data protection regulations (GDPR, CCPA).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audit trails and reporting for transparency and accountability.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000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C648A-256F-2766-2B6A-67DDF4E27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Timeline &amp; Key Milestones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F4A89-17CF-38D2-AC5C-B8FB1987F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Visual: Gantt chart or timeline showing the phases and milestones.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Indicate specific deliverables for each phase.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Highlight key decision points and dependencies.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72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682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Implementation Plan for TechCorp's IAM Platform</vt:lpstr>
      <vt:lpstr>Introduction &amp; Objectives </vt:lpstr>
      <vt:lpstr>Key Challenges Faced by TechCorp</vt:lpstr>
      <vt:lpstr>Overview of the IAM Platform</vt:lpstr>
      <vt:lpstr>Step-by-Step Implementation Plan</vt:lpstr>
      <vt:lpstr>PowerPoint Presentation</vt:lpstr>
      <vt:lpstr>Addressing Integration Challenges </vt:lpstr>
      <vt:lpstr>Securing Access Control with RBAC &amp; MFA</vt:lpstr>
      <vt:lpstr>Visualizing the IAM Platform Workflow</vt:lpstr>
      <vt:lpstr>Aligning IAM with Business Goals</vt:lpstr>
      <vt:lpstr>Timeline &amp; Key Milestones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Bala Krishna</dc:creator>
  <cp:lastModifiedBy>Sai Bala Krishna</cp:lastModifiedBy>
  <cp:revision>1</cp:revision>
  <dcterms:created xsi:type="dcterms:W3CDTF">2025-04-09T01:21:32Z</dcterms:created>
  <dcterms:modified xsi:type="dcterms:W3CDTF">2025-04-09T01:21:37Z</dcterms:modified>
</cp:coreProperties>
</file>